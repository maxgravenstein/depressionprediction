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verage"/>
      <p:regular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regular.fntdata"/><Relationship Id="rId6" Type="http://schemas.openxmlformats.org/officeDocument/2006/relationships/slide" Target="slides/slide1.xml"/><Relationship Id="rId18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6edbe4695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6edbe46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6edbe469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6edbe469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6edbe469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6edbe469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6edbe469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6edbe469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6edbe469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6edbe469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6edbe469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6edbe469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6edbe469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6edbe469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6edbe469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6edbe469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6edbe469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6edbe469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6edbe469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6edbe469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kaggle.com/competitions/playground-series-s4e11/overview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Predictors of Depression for Public Health Intervention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Gravenstein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1,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of this project was to build a model to predict if someone had depression and identify the key factors that influence that prediction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This is valuable to public health organizations like Philadelphia’s DBHIDS in promoting good health and being stewards of taxpayer funds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To provide preventative care to those at high-risk of depression is far cheaper than managing complex mental health crises in institutional settings.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is based on a real depression survey, with feature distributions that are similar but not identical to the original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Synthetic: The data is artificially generated, not collected directly from surveys, but based on a real survey – </a:t>
            </a:r>
            <a:r>
              <a:rPr b="1" lang="en"/>
              <a:t>140700 rows × 20 columns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Demographic: Individuals across India ages 18-60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Time-frame: Original survey conducted between January and June 2023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Methodologies - Tools and Data Preparation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286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Python: The core programming language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Pandas: For organizing and managing the data tables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Seaborn: For creating graphs to visualize the data and spot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Scikit-learn: For building the predictive model and checking its performance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Logistic regression: A powerful method for determining if a datapoint is in a category (i.e. has depression)</a:t>
            </a:r>
            <a:endParaRPr/>
          </a:p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832400" y="12286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Handled missing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Standardized messy categories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non-predictive columns ('Name' + 'City')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Merged related information (e.g., 'Academic' + 'Work Pressure' into 'Pressure')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Converted text answers ('Yes'/'No', 'Male'/'Female', 'Sleep Duration',) into numbers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Adjusted scales so all factors were weighted fairly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1014625"/>
            <a:ext cx="4152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Tools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756350" y="1014625"/>
            <a:ext cx="4152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Data Preparation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Methodologies - The Model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86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Ensure a fair test by s</a:t>
            </a:r>
            <a:r>
              <a:rPr lang="en"/>
              <a:t>plitting clean data into a Training set (to teach the model) and testing set (to evaluate the model)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Logistic Regression, a standard statistical method for classification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Predict if someone has depression from the training data, then see how it predicts depression on the testing data</a:t>
            </a:r>
            <a:endParaRPr/>
          </a:p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832400" y="12286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ested the trained model on the unseen 'Test' data and measured performance with standard reports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The model correctly predicted the incidence or non-incidence of depression 94% of the time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Out of all the people who actually had depression, the model correctly identified 81% of them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Out of all the people who did not have depression, the model correctly identified 97% of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11700" y="1014625"/>
            <a:ext cx="4152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Building the model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756350" y="1014625"/>
            <a:ext cx="4152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Checking Performance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Methodologies</a:t>
            </a:r>
            <a:endParaRPr/>
          </a:p>
        </p:txBody>
      </p:sp>
      <p:pic>
        <p:nvPicPr>
          <p:cNvPr id="96" name="Google Shape;96;p18" title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713" y="1052075"/>
            <a:ext cx="460856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model has high overall accuracy (94%), but it is better at identifying those without depression than those with it, missing about 19% of the positive cases.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biggest risk factors for depression are - having had suicidal thoughts, financial stress, work and study pressure, and hours worked or studied</a:t>
            </a:r>
            <a:endParaRPr sz="13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300"/>
              <a:t>Suicidal Thoughts: reporting having had suicidal thoughts increases the odds of depression by 246%</a:t>
            </a:r>
            <a:endParaRPr sz="13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300"/>
              <a:t>Pressure: an increase in 1.40 units on a scale of 0 to 5 increases the odds of depression by 176%</a:t>
            </a:r>
            <a:endParaRPr sz="13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300"/>
              <a:t>Financial Stress: an increase in 1.41 units of on a scale of 0 to 5, increases the odds of depression by 116%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biggest protective factors against depression are - age, not being a student, and having more work/study satisfaction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Age: an increase in age of 12.38 years on a scale of 18 to 65, decreases the odds of depression by 87%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Student-Professional: being a working professional compared to a student decreases the odds of depression by 54%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Satisfaction: an increase of 1.41 units on its scale of 0 to 5, decreases the odds of depression by 44%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- Cont.</a:t>
            </a:r>
            <a:endParaRPr/>
          </a:p>
        </p:txBody>
      </p:sp>
      <p:pic>
        <p:nvPicPr>
          <p:cNvPr id="108" name="Google Shape;108;p20" title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638" y="1017725"/>
            <a:ext cx="547673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269825" y="3940825"/>
            <a:ext cx="8562600" cy="87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- Cont.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</a:t>
            </a:r>
            <a:r>
              <a:rPr lang="en" sz="1300"/>
              <a:t>fter accounting for major stressors, l</a:t>
            </a:r>
            <a:r>
              <a:rPr lang="en" sz="1300"/>
              <a:t>ifestyle factors of sleep and diet are moderately associated with lower depression odds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Dietary Habits: an increase in dietary habits score of 0.80 units (coded unhealthy - 1, moderate - 2, healthy - 3) decreases the odds of depression by 35%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Sleep Duration: an increase in sleep of 1.9 hours on a scale of 4 to 9, decreases the odds of depression by 23%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Family history of mental health has very little effect on someone’s likelihood of showing depression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 model suggests when holding other variables constant, gender is not predictive of depression – women are said to have higher incidence of depression than men, but the model suggests women just have more risk factors for depression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F-M (Gender): no significant association with the odds of depression in this model.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 model like this could be used to influence survey questions DBHIDS asks during intake. It may be used to support a depression prevention protocol that could include courses in mindfulness to reduce reported stress, financial literacy, and tips on maintaining a healthy diet on a budget</a:t>
            </a:r>
            <a:endParaRPr b="1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https://www.kaggle.com/competitions/playground-series-s4e11/overview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- </a:t>
            </a:r>
            <a:r>
              <a:rPr lang="en"/>
              <a:t>Model Interpretation 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F-M (Gender): no significant association with the odds of depression in this model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Age: an increase in age of 12.38 years on a scale of 18 to 65, decreases the odds of depression by 87%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Student-Professional: being a working professional compared to a student decreases the odds of </a:t>
            </a:r>
            <a:r>
              <a:rPr lang="en" sz="1300"/>
              <a:t>depression by 54%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Sleep Duration: an increase in sleep of 1.9 hours on a scale of 4 to 9, decreases the odds of depression by 23%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Dietary Habits: an increase in dietary habits score of 0.80 units (coded unhealthy - 1, moderate - 2, healthy - 3) decreases the odds of depression by 35%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Suicidal Thoughts: reporting having had suicidal thoughts increases the odds of depression by 246%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Work/Study Hours:  an increase in 3.85 hours on a scale of 0 to 12, increases the odds of depression by 69%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Financial Stress: an increase in 1.41 units of on a scale of 0 to 5, increases the odds of depression by 116%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Family History of Mental Illness: having a family history increases the odds of depression by 12%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Pressure: an increase in 1.40 units on a scale of 0 to 5 increases the odds of depression by 176%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 Satisfaction: an increase of 1.41 units on its scale of 0 to 5, decreases the odds of depression by 44%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